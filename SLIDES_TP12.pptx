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00:00-00:30 — Presentarnos y enunciar el problema en una frase: las entregas que fallan porque el cliente no está cuestan plata, y queremos saber si una red de lockers conviene y de qué tamaño.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00:30-01:15 — Tres datos de industria. El 36% por ausencia es el que justifica el locker. Cerrar con la pregunta del TP: existe un óptimo porque las dos fuerzas van en sentidos opuestos.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01:15-02:15 — Recorrer el esquema: el paquete entra tras el fallo, el usuario lo retira. Las devoluciones compiten por la misma capacidad. El camión pasa cada IPC y levanta devoluciones y vencidos. Destacar la política flexible: es el trade-off central del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~00:45 — Clasificación de variables de la metodologia de simulacion. Lo clave: las de Control (cantidad de lockers, TMP, IPC) son las palancas que movemos; el CPE es la variable de resultado que minimizamos. Datos y Estado sostienen la dinamica.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02:15-03:00 — Los inter-arribos salen de 4 semanas reales de operación y muestran estacionalidad (Cyber más frecuente que Normal). El modelo usa además las distribuciones de tiempo de retiro, devoluciones y tamaños de paquete.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03:00-03:45 — Cuatro puntos rápidos. Enfatizar números aleatorios comunes: es lo que permite afirmar que una config es mejor que otra sin que sea ruido de la simulación.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03:45-04:45 — La curva en U es el resultado central: el mínimo es interior, o sea existe un óptimo. Señalar que el óptimo cambia con el escenario: Cyber pide más medianos y grandes que Navidad.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04:45-05:30 — Comparamos cuatro diseños. El subdimensionado paga 45 veces más por paquete. Y el de máximo servicio no compensa: gasta más sin mejorar casi nada. El óptimo es el punto de equilibrio.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05:30-06:15 — La incertidumbre económica es inocua: el diseño aguanta. La de comportamiento no: el tiempo de retiro escala la capacidad necesaria. Por eso es el factor a monitorear en una implementación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06:15-07:00 — Cerrar con las cuatro conclusiones. La cuarta es la honesta: sabemos cuál es el límite del trabajo y por qué. Agradecer y abrir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 de costos en logística de última milla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mediante una red de lockers inteligentes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eventos discretos  ·  método evento a evento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UTN FRBA  —  Simulación  —  TP12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[Integrantes: completar]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la entrega que falla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milla concentra el mayor costo de distribución del e-commerce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32004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2140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94436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entregas fallan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primer intento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32004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12140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7720" y="294436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esos fallos son por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del cliente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3880" y="1920240"/>
            <a:ext cx="32004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212140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8–18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21040" y="294436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cuesta cada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 de entrega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160520"/>
            <a:ext cx="1060704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343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¿Cuántos compartimentos de cada tamaño conviene instalar?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→ saturación y entregas rechazadas.   Muchos → se paga capacidad ociosa.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de lockers en un barrio · tres tamaños de compartimento</a:t>
            </a:r>
            <a:endParaRPr lang="en-US" sz="1500" dirty="0"/>
          </a:p>
        </p:txBody>
      </p:sp>
      <p:pic>
        <p:nvPicPr>
          <p:cNvPr id="4" name="Image 0" descr="slide_esqu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1088136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control: cantidad de compartimentos chicos, medianos y grandes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del modelo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Clasificadas según la metodología de simulación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70078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A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 (entrada)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481888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 de llegadas, por escenario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retiro del usuario (TPR)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 de devoluciones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tamaños de paquete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70078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 (lo que optimizamos)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4808" y="2157984"/>
            <a:ext cx="481888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CLTC / CLTM / CLTG — compartimentos por tamaño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 — tiempo máximo de permanencia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— intervalo de pase del camión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384962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8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 (salida)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4306824"/>
            <a:ext cx="481888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 — costo por paquete entregado (objetivo)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% — entregas fallidas · PPV % — vencidos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clientes insatisfechos · EO — espacio ocioso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70332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8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384962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4808" y="4306824"/>
            <a:ext cx="481888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DispPaqC/M/G — HV libre · 1 normal · 2 devolución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 — tiempo de ocupación del compartimento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— próximo retiro programado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Optimizamos las variables de CONTROL para minimizar el CPE (variable de resultado).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semanas de operación real de una empresa de reparto del AMBA</a:t>
            </a:r>
            <a:endParaRPr lang="en-US" sz="1500" dirty="0"/>
          </a:p>
        </p:txBody>
      </p:sp>
      <p:pic>
        <p:nvPicPr>
          <p:cNvPr id="4" name="Image 0" descr="slide_da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4008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7373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Llegadas y tamaños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635240" y="22402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Inter-arribos de entregas fallidas y distribución de tamaños de paquete, por escenario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06640" y="35204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3657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A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Comportamiento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635240" y="4023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retiro del usuario y devoluciones (logística inversa) como entradas del modelo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 real: Cyber 3,62 min · Normal 4,27 min · Navidad 5,20 min entre fallos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resolvimos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73352"/>
            <a:ext cx="566928" cy="56692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0200" y="1600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evento a evento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00200" y="19842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a medida, sin librerías de simulación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816352"/>
            <a:ext cx="566928" cy="56692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16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743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réplicas + IC 95 %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00200" y="31272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configuración se informa con su intervalo de confianza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959352"/>
            <a:ext cx="566928" cy="56692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59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886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Números aleatorios comunes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00200" y="42702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flujos separados: las configs se comparan sin ruido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102352"/>
            <a:ext cx="566928" cy="56692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102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5029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Barrido de 90 configuraciones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00200" y="54132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busca la de mínimo costo por paquete entregado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Horizonte: 1 año simulado por réplica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existe un óptimo</a:t>
            </a:r>
            <a:endParaRPr lang="en-US" sz="3200" dirty="0"/>
          </a:p>
        </p:txBody>
      </p:sp>
      <p:pic>
        <p:nvPicPr>
          <p:cNvPr id="3" name="Image 0" descr="slide_curv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858000" cy="3611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 óptima</a:t>
            </a:r>
            <a:endParaRPr lang="en-US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05740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M / 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USD/paq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15 /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/ 15 /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/ 25 /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capacidad insuficiente mandan las penalizaciones; con capacidad de más, la amortización.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vale optimizar?</a:t>
            </a:r>
            <a:endParaRPr lang="en-US" sz="3200" dirty="0"/>
          </a:p>
        </p:txBody>
      </p:sp>
      <p:pic>
        <p:nvPicPr>
          <p:cNvPr id="3" name="Image 0" descr="slide_compar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858000" cy="3611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80960" y="173736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680960" y="19385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45×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818120" y="27614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caro por paquete si la 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subdimensionada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37947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31,7  →  USD 0,70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subdimensionado vs. óptimo (Cyber)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Sobredimensionar casi no mejora el servicio y sí agrega costo.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si los costos están mal?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varió cada parámetro ±30 % y se volvió a optimizar</a:t>
            </a:r>
            <a:endParaRPr lang="en-US" sz="1500" dirty="0"/>
          </a:p>
        </p:txBody>
      </p:sp>
      <p:pic>
        <p:nvPicPr>
          <p:cNvPr id="4" name="Image 0" descr="slide_torn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85800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7373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diseño no cambia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863840" y="22860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±30 % en los costos, la configuración óptima se mantiene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680960" y="347472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retiro sí manda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863840" y="40233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+30 % en el tiempo de retiro mueve el óptimo de 30 a 50 compartimentos chicos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554480"/>
            <a:ext cx="384048" cy="38404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463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un óptimo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874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de costo tiene mínimo interior: ni máxima capacidad ni mínima inversión.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" y="2724912"/>
            <a:ext cx="384048" cy="38404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334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estacionalidad decide el diseño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30449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exige más capacidad que Navidad: hay que elegir entre dimensionar para el pico o para el promedio.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3895344"/>
            <a:ext cx="384048" cy="38404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80390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Robusto a los costos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4215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óptimo no cambia ante variaciones de ±30 % en los parámetros económicos.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5065776"/>
            <a:ext cx="384048" cy="38404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9743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comportamiento es la palanca fina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538581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tiempo de retiro escala la capacidad requerida: es el factor a monitorear en la operación.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2026-07-24T22:43:54Z</dcterms:created>
  <dcterms:modified xsi:type="dcterms:W3CDTF">2026-07-24T22:43:54Z</dcterms:modified>
</cp:coreProperties>
</file>